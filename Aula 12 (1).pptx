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 Mon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regular.fntdata"/><Relationship Id="rId14" Type="http://schemas.openxmlformats.org/officeDocument/2006/relationships/slide" Target="slides/slide9.xml"/><Relationship Id="rId17" Type="http://schemas.openxmlformats.org/officeDocument/2006/relationships/font" Target="fonts/RobotoMono-italic.fntdata"/><Relationship Id="rId16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e08bb6f1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g37e08bb6f1f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e08bb6f1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g37e08bb6f1f_0_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e08bb6f1f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" name="Google Shape;65;g37e08bb6f1f_0_1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08bb6f1f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" name="Google Shape;73;g37e08bb6f1f_0_1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e08bb6f1f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g37e08bb6f1f_0_1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e08bb6f1f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g37e08bb6f1f_0_1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e08bb6f1f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7e08bb6f1f_0_1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e08bb6f1f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7e08bb6f1f_0_1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e08bb6f1f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g37e08bb6f1f_0_1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976" y="434305"/>
            <a:ext cx="3881681" cy="69541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1043457" y="648586"/>
            <a:ext cx="2720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pt-BR" sz="1700">
                <a:solidFill>
                  <a:srgbClr val="7EB61F"/>
                </a:solidFill>
              </a:rPr>
              <a:t>Compartilhar no git</a:t>
            </a:r>
            <a:endParaRPr b="1" i="0" sz="1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1613313" y="1353350"/>
            <a:ext cx="5312700" cy="19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200">
                <a:solidFill>
                  <a:schemeClr val="dk1"/>
                </a:solidFill>
              </a:rPr>
              <a:t>Criar o repositório</a:t>
            </a:r>
            <a:endParaRPr b="1" sz="22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pt-BR" sz="1600">
                <a:solidFill>
                  <a:schemeClr val="dk1"/>
                </a:solidFill>
              </a:rPr>
              <a:t>Uma pessoa do grupo cria o repositório no GitHub.</a:t>
            </a:r>
            <a:br>
              <a:rPr lang="pt-BR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pt-BR" sz="1600">
                <a:solidFill>
                  <a:schemeClr val="dk1"/>
                </a:solidFill>
              </a:rPr>
              <a:t>Essa pessoa pode marcar como </a:t>
            </a:r>
            <a:r>
              <a:rPr b="1" lang="pt-BR" sz="1600">
                <a:solidFill>
                  <a:schemeClr val="dk1"/>
                </a:solidFill>
              </a:rPr>
              <a:t>público</a:t>
            </a:r>
            <a:r>
              <a:rPr lang="pt-BR" sz="1600">
                <a:solidFill>
                  <a:schemeClr val="dk1"/>
                </a:solidFill>
              </a:rPr>
              <a:t> (qualquer um pode ver) ou </a:t>
            </a:r>
            <a:r>
              <a:rPr b="1" lang="pt-BR" sz="1600">
                <a:solidFill>
                  <a:schemeClr val="dk1"/>
                </a:solidFill>
              </a:rPr>
              <a:t>privado</a:t>
            </a:r>
            <a:r>
              <a:rPr lang="pt-BR" sz="1600">
                <a:solidFill>
                  <a:schemeClr val="dk1"/>
                </a:solidFill>
              </a:rPr>
              <a:t> (só convidados podem acessar).</a:t>
            </a:r>
            <a:br>
              <a:rPr lang="pt-BR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pt-BR" sz="1600">
                <a:solidFill>
                  <a:schemeClr val="dk1"/>
                </a:solidFill>
              </a:rPr>
              <a:t>Depois, adiciona os colegas como </a:t>
            </a:r>
            <a:r>
              <a:rPr b="1" lang="pt-BR" sz="1600">
                <a:solidFill>
                  <a:schemeClr val="dk1"/>
                </a:solidFill>
              </a:rPr>
              <a:t>colaboradores</a:t>
            </a:r>
            <a:r>
              <a:rPr lang="pt-BR" sz="1600">
                <a:solidFill>
                  <a:schemeClr val="dk1"/>
                </a:solidFill>
              </a:rPr>
              <a:t>:</a:t>
            </a:r>
            <a:br>
              <a:rPr lang="pt-BR" sz="1600">
                <a:solidFill>
                  <a:schemeClr val="dk1"/>
                </a:solidFill>
              </a:rPr>
            </a:br>
            <a:r>
              <a:rPr lang="pt-BR" sz="1600">
                <a:solidFill>
                  <a:schemeClr val="dk1"/>
                </a:solidFill>
              </a:rPr>
              <a:t> </a:t>
            </a:r>
            <a:r>
              <a:rPr i="1" lang="pt-BR" sz="1600">
                <a:solidFill>
                  <a:schemeClr val="dk1"/>
                </a:solidFill>
              </a:rPr>
              <a:t>Configurações (Settings) → Colaboradores (Collaborators) → Adicionar pessoas.</a:t>
            </a:r>
            <a:endParaRPr i="1"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976" y="434305"/>
            <a:ext cx="3881681" cy="69541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1043457" y="648586"/>
            <a:ext cx="2720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pt-BR" sz="1700">
                <a:solidFill>
                  <a:srgbClr val="7EB61F"/>
                </a:solidFill>
              </a:rPr>
              <a:t>Compartilhar no git</a:t>
            </a:r>
            <a:endParaRPr b="1" i="0" sz="1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1613313" y="1353350"/>
            <a:ext cx="5312700" cy="19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200">
                <a:solidFill>
                  <a:schemeClr val="dk1"/>
                </a:solidFill>
              </a:rPr>
              <a:t>Clonar o repositório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>
                <a:solidFill>
                  <a:schemeClr val="dk1"/>
                </a:solidFill>
              </a:rPr>
              <a:t>Cada integrante deve clonar o repositório no computador: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clone https://github.com/usuario/repositorio.git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976" y="434305"/>
            <a:ext cx="3881681" cy="69541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1043457" y="648586"/>
            <a:ext cx="2720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pt-BR" sz="1700">
                <a:solidFill>
                  <a:srgbClr val="7EB61F"/>
                </a:solidFill>
              </a:rPr>
              <a:t>Compartilhar no git</a:t>
            </a:r>
            <a:endParaRPr b="1" i="0" sz="1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1613313" y="1353350"/>
            <a:ext cx="5312700" cy="19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300">
                <a:solidFill>
                  <a:schemeClr val="dk1"/>
                </a:solidFill>
              </a:rPr>
              <a:t>Criar branches (ramificações)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>
                <a:solidFill>
                  <a:schemeClr val="dk1"/>
                </a:solidFill>
              </a:rPr>
              <a:t>Para evitar conflitos, cada pessoa trabalha em uma branch separada: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checkout -b minha-branch</a:t>
            </a:r>
            <a:endParaRPr sz="1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976" y="434305"/>
            <a:ext cx="3881681" cy="69541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/>
        </p:nvSpPr>
        <p:spPr>
          <a:xfrm>
            <a:off x="1043457" y="648586"/>
            <a:ext cx="2720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pt-BR" sz="1700">
                <a:solidFill>
                  <a:srgbClr val="7EB61F"/>
                </a:solidFill>
              </a:rPr>
              <a:t>Compartilhar no git</a:t>
            </a:r>
            <a:endParaRPr b="1" i="0" sz="1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1613313" y="1353350"/>
            <a:ext cx="5312700" cy="19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300">
                <a:solidFill>
                  <a:schemeClr val="dk1"/>
                </a:solidFill>
              </a:rPr>
              <a:t>Fazer alterações e commits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>
                <a:solidFill>
                  <a:schemeClr val="dk1"/>
                </a:solidFill>
              </a:rPr>
              <a:t>Quando terminar uma parte: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add .</a:t>
            </a:r>
            <a:endParaRPr sz="1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commit -m "Implementa feature X"</a:t>
            </a:r>
            <a:endParaRPr sz="1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976" y="434305"/>
            <a:ext cx="3881681" cy="69541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/>
          <p:nvPr/>
        </p:nvSpPr>
        <p:spPr>
          <a:xfrm>
            <a:off x="1043457" y="648586"/>
            <a:ext cx="2720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pt-BR" sz="1700">
                <a:solidFill>
                  <a:srgbClr val="7EB61F"/>
                </a:solidFill>
              </a:rPr>
              <a:t>Compartilhar no git</a:t>
            </a:r>
            <a:endParaRPr b="1" i="0" sz="1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1613313" y="1353350"/>
            <a:ext cx="5312700" cy="19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700">
                <a:solidFill>
                  <a:schemeClr val="dk1"/>
                </a:solidFill>
              </a:rPr>
              <a:t>Enviar para o GitHub</a:t>
            </a:r>
            <a:endParaRPr b="1" sz="2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Subir sua branch: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push origin minha-branch</a:t>
            </a:r>
            <a:endParaRPr sz="2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976" y="434305"/>
            <a:ext cx="3881681" cy="69541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/>
          <p:nvPr/>
        </p:nvSpPr>
        <p:spPr>
          <a:xfrm>
            <a:off x="1043457" y="648586"/>
            <a:ext cx="2720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pt-BR" sz="1700">
                <a:solidFill>
                  <a:srgbClr val="7EB61F"/>
                </a:solidFill>
              </a:rPr>
              <a:t>Compartilhar no git</a:t>
            </a:r>
            <a:endParaRPr b="1" i="0" sz="1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1613326" y="1353350"/>
            <a:ext cx="5748300" cy="19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100">
                <a:solidFill>
                  <a:schemeClr val="dk1"/>
                </a:solidFill>
              </a:rPr>
              <a:t>Pull Request (PR)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chemeClr val="dk1"/>
                </a:solidFill>
              </a:rPr>
              <a:t>No GitHub, você abre um </a:t>
            </a:r>
            <a:r>
              <a:rPr b="1" lang="pt-BR" sz="1500">
                <a:solidFill>
                  <a:schemeClr val="dk1"/>
                </a:solidFill>
              </a:rPr>
              <a:t>Pull Request</a:t>
            </a:r>
            <a:r>
              <a:rPr lang="pt-BR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pt-BR" sz="1500">
                <a:solidFill>
                  <a:schemeClr val="dk1"/>
                </a:solidFill>
              </a:rPr>
              <a:t>Serve para mostrar suas mudanças.</a:t>
            </a:r>
            <a:br>
              <a:rPr lang="pt-BR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pt-BR" sz="1500">
                <a:solidFill>
                  <a:schemeClr val="dk1"/>
                </a:solidFill>
              </a:rPr>
              <a:t>Os colegas podem revisar, comentar e aprovar.</a:t>
            </a:r>
            <a:br>
              <a:rPr lang="pt-BR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 sz="1500">
                <a:solidFill>
                  <a:schemeClr val="dk1"/>
                </a:solidFill>
              </a:rPr>
              <a:t>Depois, a branch é </a:t>
            </a:r>
            <a:r>
              <a:rPr b="1" lang="pt-BR" sz="1500">
                <a:solidFill>
                  <a:schemeClr val="dk1"/>
                </a:solidFill>
              </a:rPr>
              <a:t>mesclada (merge)</a:t>
            </a:r>
            <a:r>
              <a:rPr lang="pt-BR" sz="1500">
                <a:solidFill>
                  <a:schemeClr val="dk1"/>
                </a:solidFill>
              </a:rPr>
              <a:t> com a principal (</a:t>
            </a:r>
            <a:r>
              <a:rPr lang="pt-BR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main</a:t>
            </a:r>
            <a:r>
              <a:rPr lang="pt-BR" sz="1500">
                <a:solidFill>
                  <a:schemeClr val="dk1"/>
                </a:solidFill>
              </a:rPr>
              <a:t> ou </a:t>
            </a:r>
            <a:r>
              <a:rPr lang="pt-BR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master</a:t>
            </a:r>
            <a:r>
              <a:rPr lang="pt-BR" sz="1500">
                <a:solidFill>
                  <a:schemeClr val="dk1"/>
                </a:solidFill>
              </a:rPr>
              <a:t>).</a:t>
            </a:r>
            <a:br>
              <a:rPr lang="pt-B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b="1" sz="2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976" y="434305"/>
            <a:ext cx="3881681" cy="69541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0"/>
          <p:cNvSpPr txBox="1"/>
          <p:nvPr/>
        </p:nvSpPr>
        <p:spPr>
          <a:xfrm>
            <a:off x="1043457" y="648586"/>
            <a:ext cx="2720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pt-BR" sz="1700">
                <a:solidFill>
                  <a:srgbClr val="7EB61F"/>
                </a:solidFill>
              </a:rPr>
              <a:t>Compartilhar no git</a:t>
            </a:r>
            <a:endParaRPr b="1" i="0" sz="1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0"/>
          <p:cNvSpPr txBox="1"/>
          <p:nvPr/>
        </p:nvSpPr>
        <p:spPr>
          <a:xfrm>
            <a:off x="1613326" y="1353350"/>
            <a:ext cx="5748300" cy="19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400">
                <a:solidFill>
                  <a:schemeClr val="dk1"/>
                </a:solidFill>
              </a:rPr>
              <a:t>Atualizar seu repositório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dk1"/>
                </a:solidFill>
              </a:rPr>
              <a:t>Sempre sincronize com a branch principal antes de continuar: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checkout main</a:t>
            </a: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pull origin main</a:t>
            </a: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merge minha-branch</a:t>
            </a: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b="1" sz="2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976" y="434305"/>
            <a:ext cx="3881681" cy="69541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 txBox="1"/>
          <p:nvPr/>
        </p:nvSpPr>
        <p:spPr>
          <a:xfrm>
            <a:off x="1043457" y="648586"/>
            <a:ext cx="2720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pt-BR" sz="1700">
                <a:solidFill>
                  <a:srgbClr val="7EB61F"/>
                </a:solidFill>
              </a:rPr>
              <a:t>Compartilhar no git</a:t>
            </a:r>
            <a:endParaRPr b="1" i="0" sz="1700" u="none" cap="none" strike="noStrike">
              <a:solidFill>
                <a:srgbClr val="7EB6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1509151" y="1364925"/>
            <a:ext cx="5748300" cy="19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200">
                <a:solidFill>
                  <a:schemeClr val="dk1"/>
                </a:solidFill>
              </a:rPr>
              <a:t>Resolver conflitos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>
                <a:solidFill>
                  <a:schemeClr val="dk1"/>
                </a:solidFill>
              </a:rPr>
              <a:t>Se dois alterarem o mesmo arquivo, o Git vai marcar os conflitos.</a:t>
            </a:r>
            <a:br>
              <a:rPr lang="pt-BR" sz="1600">
                <a:solidFill>
                  <a:schemeClr val="dk1"/>
                </a:solidFill>
              </a:rPr>
            </a:br>
            <a:r>
              <a:rPr lang="pt-BR" sz="1600">
                <a:solidFill>
                  <a:schemeClr val="dk1"/>
                </a:solidFill>
              </a:rPr>
              <a:t> Vocês precisam editar o arquivo, escolher a versão correta e depois: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add arquivo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commit -m "Resolve conflitos"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push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b="1" sz="2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